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4" r:id="rId1"/>
  </p:sldMasterIdLst>
  <p:notesMasterIdLst>
    <p:notesMasterId r:id="rId12"/>
  </p:notesMasterIdLst>
  <p:sldIdLst>
    <p:sldId id="256" r:id="rId2"/>
    <p:sldId id="257" r:id="rId3"/>
    <p:sldId id="265" r:id="rId4"/>
    <p:sldId id="266" r:id="rId5"/>
    <p:sldId id="263" r:id="rId6"/>
    <p:sldId id="264" r:id="rId7"/>
    <p:sldId id="259" r:id="rId8"/>
    <p:sldId id="260" r:id="rId9"/>
    <p:sldId id="261" r:id="rId10"/>
    <p:sldId id="262" r:id="rId11"/>
  </p:sldIdLst>
  <p:sldSz cx="9144000" cy="5143500" type="screen16x9"/>
  <p:notesSz cx="6858000" cy="9144000"/>
  <p:embeddedFontLst>
    <p:embeddedFont>
      <p:font typeface="Clarity City" pitchFamily="2" charset="77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9D9"/>
    <a:srgbClr val="00737C"/>
    <a:srgbClr val="912666"/>
    <a:srgbClr val="00144C"/>
    <a:srgbClr val="057F3F"/>
    <a:srgbClr val="96CC4C"/>
    <a:srgbClr val="6ABD45"/>
    <a:srgbClr val="012D25"/>
    <a:srgbClr val="400049"/>
    <a:srgbClr val="E94D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 snapToGrid="0">
      <p:cViewPr>
        <p:scale>
          <a:sx n="120" d="100"/>
          <a:sy n="120" d="100"/>
        </p:scale>
        <p:origin x="1848" y="7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b33112c63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2b33112c63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b33112c63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2b33112c63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b33112c634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b33112c634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b33112c6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b33112c6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b33112c63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b33112c63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3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3939D9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085A8D-E3BB-BCFF-8884-D2EA372F98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37627"/>
            <a:ext cx="9144000" cy="4572000"/>
          </a:xfrm>
          <a:prstGeom prst="rect">
            <a:avLst/>
          </a:prstGeom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215" y="1251446"/>
            <a:ext cx="8010201" cy="1455178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 i="0">
                <a:solidFill>
                  <a:schemeClr val="bg1"/>
                </a:solidFill>
                <a:latin typeface="Clarity City" pitchFamily="2" charset="7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214" y="2706624"/>
            <a:ext cx="8010201" cy="609254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 i="0">
                <a:solidFill>
                  <a:schemeClr val="bg1"/>
                </a:solidFill>
                <a:latin typeface="Clarity City" pitchFamily="2" charset="77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E2169-F3E1-4E05-1002-C08EEFA96A24}"/>
              </a:ext>
            </a:extLst>
          </p:cNvPr>
          <p:cNvSpPr txBox="1"/>
          <p:nvPr userDrawn="1"/>
        </p:nvSpPr>
        <p:spPr>
          <a:xfrm>
            <a:off x="5715812" y="178532"/>
            <a:ext cx="3111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sz="1400" b="0" i="0" dirty="0">
                <a:solidFill>
                  <a:schemeClr val="bg1"/>
                </a:solidFill>
                <a:latin typeface="Clarity City" pitchFamily="2" charset="77"/>
              </a:rPr>
              <a:t>#</a:t>
            </a:r>
            <a:r>
              <a:rPr lang="en-CA" sz="1400" b="0" i="0" dirty="0" err="1">
                <a:solidFill>
                  <a:schemeClr val="bg1"/>
                </a:solidFill>
                <a:latin typeface="Clarity City" pitchFamily="2" charset="77"/>
              </a:rPr>
              <a:t>KubeCon</a:t>
            </a:r>
            <a:r>
              <a:rPr lang="en-CA" sz="1400" b="0" i="0" dirty="0">
                <a:solidFill>
                  <a:schemeClr val="bg1"/>
                </a:solidFill>
                <a:latin typeface="Clarity City" pitchFamily="2" charset="77"/>
              </a:rPr>
              <a:t> #</a:t>
            </a:r>
            <a:r>
              <a:rPr lang="en-CA" sz="1400" b="0" i="0" dirty="0" err="1">
                <a:solidFill>
                  <a:schemeClr val="bg1"/>
                </a:solidFill>
                <a:latin typeface="Clarity City" pitchFamily="2" charset="77"/>
              </a:rPr>
              <a:t>CloudNativeCon</a:t>
            </a:r>
            <a:endParaRPr lang="en-CA" sz="1400" b="0" i="0" dirty="0">
              <a:solidFill>
                <a:schemeClr val="bg1"/>
              </a:solidFill>
              <a:latin typeface="Clarity City" pitchFamily="2" charset="77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EC2B0-298A-748B-A430-B263AFC761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213" y="178533"/>
            <a:ext cx="2007965" cy="882288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1_Section header">
    <p:bg>
      <p:bgPr>
        <a:solidFill>
          <a:srgbClr val="3939D9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D15AED-7235-C191-92E3-AA26F3A5AF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37627"/>
            <a:ext cx="9144000" cy="4572000"/>
          </a:xfrm>
          <a:prstGeom prst="rect">
            <a:avLst/>
          </a:prstGeom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800D33B-D352-5CF8-487B-62E99AF875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213" y="178533"/>
            <a:ext cx="2007965" cy="88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3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1_Section header">
    <p:bg>
      <p:bgPr>
        <a:solidFill>
          <a:srgbClr val="3939D9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84C6B30-477B-4F4A-5C8F-40C97D48ED96}"/>
              </a:ext>
            </a:extLst>
          </p:cNvPr>
          <p:cNvGrpSpPr/>
          <p:nvPr userDrawn="1"/>
        </p:nvGrpSpPr>
        <p:grpSpPr>
          <a:xfrm>
            <a:off x="0" y="4481929"/>
            <a:ext cx="9144000" cy="661572"/>
            <a:chOff x="0" y="4481929"/>
            <a:chExt cx="9144000" cy="661572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8EAB0C1D-CA29-D026-4D84-652A8EA237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-1" r="3355" b="1"/>
            <a:stretch/>
          </p:blipFill>
          <p:spPr>
            <a:xfrm>
              <a:off x="4629065" y="4481929"/>
              <a:ext cx="4514935" cy="661572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46177867-F6E6-1D47-852D-BE32A172015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481929"/>
              <a:ext cx="4671706" cy="661571"/>
            </a:xfrm>
            <a:prstGeom prst="rect">
              <a:avLst/>
            </a:prstGeom>
          </p:spPr>
        </p:pic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CC08653C-828C-6CA0-19A5-81C93927EBE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8916"/>
          <a:stretch>
            <a:fillRect/>
          </a:stretch>
        </p:blipFill>
        <p:spPr>
          <a:xfrm>
            <a:off x="-1" y="2438828"/>
            <a:ext cx="5585571" cy="2032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FEFE7CE-CDC0-E8E6-B2C3-1BD2F988261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15587" b="21353"/>
          <a:stretch>
            <a:fillRect/>
          </a:stretch>
        </p:blipFill>
        <p:spPr>
          <a:xfrm>
            <a:off x="6499435" y="1893231"/>
            <a:ext cx="2644565" cy="3250270"/>
          </a:xfrm>
          <a:prstGeom prst="rect">
            <a:avLst/>
          </a:prstGeom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A8999B-04C9-7E6B-4D87-7A977746835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1213" y="178533"/>
            <a:ext cx="2007965" cy="88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30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bg>
      <p:bgPr>
        <a:solidFill>
          <a:srgbClr val="3939D9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45ECC6A-12FE-332A-171E-3A2B0B9330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688" r="38404"/>
          <a:stretch/>
        </p:blipFill>
        <p:spPr>
          <a:xfrm>
            <a:off x="-1" y="902028"/>
            <a:ext cx="9144001" cy="4241472"/>
          </a:xfrm>
          <a:prstGeom prst="rect">
            <a:avLst/>
          </a:prstGeom>
        </p:spPr>
      </p:pic>
      <p:sp>
        <p:nvSpPr>
          <p:cNvPr id="3" name="Google Shape;10;p2">
            <a:extLst>
              <a:ext uri="{FF2B5EF4-FFF2-40B4-BE49-F238E27FC236}">
                <a16:creationId xmlns:a16="http://schemas.microsoft.com/office/drawing/2014/main" id="{D7886BC5-AD68-17FD-8970-0591BF21714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98302" y="1373367"/>
            <a:ext cx="8010201" cy="2024438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4" name="Google Shape;11;p2">
            <a:extLst>
              <a:ext uri="{FF2B5EF4-FFF2-40B4-BE49-F238E27FC236}">
                <a16:creationId xmlns:a16="http://schemas.microsoft.com/office/drawing/2014/main" id="{2DE4FE32-0B29-47A8-70C6-3BD2A220757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8301" y="3397805"/>
            <a:ext cx="8010201" cy="670179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D508422-D1B7-95E2-ABE2-5E60CB082B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002" b="9975"/>
          <a:stretch>
            <a:fillRect/>
          </a:stretch>
        </p:blipFill>
        <p:spPr>
          <a:xfrm>
            <a:off x="-1" y="4080209"/>
            <a:ext cx="1528535" cy="106329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77DFCB9B-08AE-B71A-FBF0-FFF191A2EA1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1213" y="178533"/>
            <a:ext cx="2007965" cy="88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66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Logo">
    <p:bg>
      <p:bgPr>
        <a:solidFill>
          <a:srgbClr val="3939D9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7777168-A6F5-766A-77C3-9DD80C1641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2474"/>
            <a:ext cx="9144000" cy="5145974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6F937DC-2313-8040-39D2-5051B8216D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213" y="178533"/>
            <a:ext cx="2007965" cy="88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14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3" name="Google Shape;8;p1">
            <a:extLst>
              <a:ext uri="{FF2B5EF4-FFF2-40B4-BE49-F238E27FC236}">
                <a16:creationId xmlns:a16="http://schemas.microsoft.com/office/drawing/2014/main" id="{EA43BF7F-CDD3-5FD0-BDAC-85A5CA4188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090B857-6415-5D70-6F31-FCDF6E51CC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00" y="4590950"/>
            <a:ext cx="1079629" cy="4743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1_Title and body">
    <p:bg>
      <p:bgPr>
        <a:solidFill>
          <a:schemeClr val="lt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;p9">
            <a:extLst>
              <a:ext uri="{FF2B5EF4-FFF2-40B4-BE49-F238E27FC236}">
                <a16:creationId xmlns:a16="http://schemas.microsoft.com/office/drawing/2014/main" id="{75690BBD-4CD0-DFB9-AB2D-E63C2BD08AB7}"/>
              </a:ext>
            </a:extLst>
          </p:cNvPr>
          <p:cNvSpPr/>
          <p:nvPr userDrawn="1"/>
        </p:nvSpPr>
        <p:spPr>
          <a:xfrm>
            <a:off x="7100" y="5625"/>
            <a:ext cx="9136900" cy="1047900"/>
          </a:xfrm>
          <a:prstGeom prst="rect">
            <a:avLst/>
          </a:prstGeom>
          <a:solidFill>
            <a:srgbClr val="393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6949739" cy="1047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3" name="Google Shape;8;p1">
            <a:extLst>
              <a:ext uri="{FF2B5EF4-FFF2-40B4-BE49-F238E27FC236}">
                <a16:creationId xmlns:a16="http://schemas.microsoft.com/office/drawing/2014/main" id="{19D7AB29-BDB6-7644-4042-CFF53942E5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D8E9950-A10C-9781-AB14-71F0DE3ED8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6494" y="262283"/>
            <a:ext cx="1245804" cy="54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236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14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32876E6-4D38-11EA-167F-BBCFD39720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9C2E1B0-5D7C-9ACB-2829-6BB09CC1A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00" y="4590950"/>
            <a:ext cx="1079629" cy="4743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14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2F268F7C-4B84-DC91-5EA0-A50E222BF6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208B027-E050-1DCB-F2C2-C2456A4F7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00" y="4590950"/>
            <a:ext cx="1079629" cy="4743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;p1">
            <a:extLst>
              <a:ext uri="{FF2B5EF4-FFF2-40B4-BE49-F238E27FC236}">
                <a16:creationId xmlns:a16="http://schemas.microsoft.com/office/drawing/2014/main" id="{89960294-1123-63DF-687F-D7F4BCC985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F1FE1D1-6ECC-C84D-0300-5B8F9895E1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00" y="4590950"/>
            <a:ext cx="1079629" cy="47438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00" b="1" i="0">
                <a:solidFill>
                  <a:schemeClr val="dk2"/>
                </a:solidFill>
                <a:latin typeface="Clarity City" pitchFamily="2" charset="77"/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6" r:id="rId2"/>
    <p:sldLayoutId id="2147483657" r:id="rId3"/>
    <p:sldLayoutId id="2147483658" r:id="rId4"/>
    <p:sldLayoutId id="2147483655" r:id="rId5"/>
    <p:sldLayoutId id="2147483650" r:id="rId6"/>
    <p:sldLayoutId id="2147483659" r:id="rId7"/>
    <p:sldLayoutId id="2147483651" r:id="rId8"/>
    <p:sldLayoutId id="2147483652" r:id="rId9"/>
    <p:sldLayoutId id="214748365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3939D9"/>
          </a:solidFill>
          <a:latin typeface="Clarity City" pitchFamily="2" charset="77"/>
          <a:ea typeface="Clarity City" pitchFamily="2" charset="7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00" b="0" i="0" u="none" strike="noStrike" cap="none">
          <a:solidFill>
            <a:srgbClr val="000000"/>
          </a:solidFill>
          <a:latin typeface="Clarity City" pitchFamily="2" charset="77"/>
          <a:ea typeface="Clarity City" pitchFamily="2" charset="7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D317C6-C613-C436-A4E5-90F67C36AC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C0E09CD-3420-5B42-E889-851F02E49A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B2117-25F2-13E0-146F-3682A9A1C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AB152-632A-C070-1E18-20F8E3389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2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53D73-053E-C445-36DA-CFC138907C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210E2-AA8D-B4C1-53B4-5EE54D0E3F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21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FFA6D-617C-03C7-E339-4FCF2D28A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F0504-53E1-3FC7-6E98-EC2C5C45B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80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EF65-77BD-3AF9-068F-F5767164E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553B4-806A-6C62-6308-DF9EB3485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35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15FC3-40BE-407D-92F3-C4C06CB36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2A2A4-192E-3B9D-4591-457BCD33F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4F587-4A71-B1B9-FAD1-6361775AB84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2F4E-BDC9-4292-00F6-25D8D1D6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178072"/>
      </p:ext>
    </p:extLst>
  </p:cSld>
  <p:clrMapOvr>
    <a:masterClrMapping/>
  </p:clrMapOvr>
</p:sld>
</file>

<file path=ppt/theme/theme1.xml><?xml version="1.0" encoding="utf-8"?>
<a:theme xmlns:a="http://schemas.openxmlformats.org/drawingml/2006/main" name="OSSNA24">
  <a:themeElements>
    <a:clrScheme name="Custom 6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3939D8"/>
      </a:accent1>
      <a:accent2>
        <a:srgbClr val="262267"/>
      </a:accent2>
      <a:accent3>
        <a:srgbClr val="305BA9"/>
      </a:accent3>
      <a:accent4>
        <a:srgbClr val="B0DDFF"/>
      </a:accent4>
      <a:accent5>
        <a:srgbClr val="FFC217"/>
      </a:accent5>
      <a:accent6>
        <a:srgbClr val="FFA35F"/>
      </a:accent6>
      <a:hlink>
        <a:srgbClr val="FF7F15"/>
      </a:hlink>
      <a:folHlink>
        <a:srgbClr val="FFA3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0</Words>
  <Application>Microsoft Macintosh PowerPoint</Application>
  <PresentationFormat>On-screen Show (16:9)</PresentationFormat>
  <Paragraphs>0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Clarity City</vt:lpstr>
      <vt:lpstr>OSSNA24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Dariush Hessami</cp:lastModifiedBy>
  <cp:revision>42</cp:revision>
  <dcterms:modified xsi:type="dcterms:W3CDTF">2025-11-11T16:49:54Z</dcterms:modified>
</cp:coreProperties>
</file>